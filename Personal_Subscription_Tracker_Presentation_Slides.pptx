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3584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2E5EA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206240"/>
            <a:ext cx="5120640" cy="5120640"/>
          </a:xfrm>
          <a:prstGeom prst="ellipse">
            <a:avLst/>
          </a:prstGeom>
          <a:solidFill>
            <a:srgbClr val="2E5EAA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1 · DATABASE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Subscription Tracker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&amp; Report — Group 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566160"/>
            <a:ext cx="4206240" cy="0"/>
          </a:xfrm>
          <a:prstGeom prst="line">
            <a:avLst/>
          </a:prstGeom>
          <a:noFill/>
          <a:ln w="25400">
            <a:solidFill>
              <a:srgbClr val="2E5E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913632"/>
            <a:ext cx="146304" cy="146304"/>
          </a:xfrm>
          <a:prstGeom prst="ellipse">
            <a:avLst/>
          </a:prstGeom>
          <a:solidFill>
            <a:srgbClr val="8FB4F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7764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Majeed Mohammed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760720" y="3776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146304" cy="146304"/>
          </a:xfrm>
          <a:prstGeom prst="ellipse">
            <a:avLst/>
          </a:prstGeom>
          <a:solidFill>
            <a:srgbClr val="8FB4F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343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Jaskaran Singh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760720" y="4343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047488"/>
            <a:ext cx="146304" cy="146304"/>
          </a:xfrm>
          <a:prstGeom prst="ellipse">
            <a:avLst/>
          </a:prstGeom>
          <a:solidFill>
            <a:srgbClr val="8FB4F0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9103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Priyom Roy Sammo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760720" y="49103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Information Technology  |  Otago Polytechnic, Auckland International Campus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EAF0FB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55448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EAF0FB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42316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28600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EAF0FB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329184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15468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EAF0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416052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Practice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EAF0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502920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8920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141732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EAF0FB"/>
          </a:solidFill>
          <a:ln/>
        </p:spPr>
      </p:sp>
      <p:sp>
        <p:nvSpPr>
          <p:cNvPr id="24" name="Shape 22"/>
          <p:cNvSpPr/>
          <p:nvPr/>
        </p:nvSpPr>
        <p:spPr>
          <a:xfrm>
            <a:off x="6382512" y="155448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141732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228600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EAF0FB"/>
          </a:solidFill>
          <a:ln/>
        </p:spPr>
      </p:sp>
      <p:sp>
        <p:nvSpPr>
          <p:cNvPr id="28" name="Shape 26"/>
          <p:cNvSpPr/>
          <p:nvPr/>
        </p:nvSpPr>
        <p:spPr>
          <a:xfrm>
            <a:off x="6382512" y="242316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9" name="Text 27"/>
          <p:cNvSpPr/>
          <p:nvPr/>
        </p:nvSpPr>
        <p:spPr>
          <a:xfrm>
            <a:off x="6382512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28600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Usage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315468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EAF0FB"/>
          </a:solidFill>
          <a:ln/>
        </p:spPr>
      </p:sp>
      <p:sp>
        <p:nvSpPr>
          <p:cNvPr id="32" name="Shape 30"/>
          <p:cNvSpPr/>
          <p:nvPr/>
        </p:nvSpPr>
        <p:spPr>
          <a:xfrm>
            <a:off x="6382512" y="329184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33" name="Text 31"/>
          <p:cNvSpPr/>
          <p:nvPr/>
        </p:nvSpPr>
        <p:spPr>
          <a:xfrm>
            <a:off x="6382512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315468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402336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EAF0FB"/>
          </a:solidFill>
          <a:ln/>
        </p:spPr>
      </p:sp>
      <p:sp>
        <p:nvSpPr>
          <p:cNvPr id="36" name="Shape 34"/>
          <p:cNvSpPr/>
          <p:nvPr/>
        </p:nvSpPr>
        <p:spPr>
          <a:xfrm>
            <a:off x="6382512" y="416052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37" name="Text 35"/>
          <p:cNvSpPr/>
          <p:nvPr/>
        </p:nvSpPr>
        <p:spPr>
          <a:xfrm>
            <a:off x="6382512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03720" y="402336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7920" y="489204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EAF0FB"/>
          </a:solidFill>
          <a:ln/>
        </p:spPr>
      </p:sp>
      <p:sp>
        <p:nvSpPr>
          <p:cNvPr id="40" name="Shape 38"/>
          <p:cNvSpPr/>
          <p:nvPr/>
        </p:nvSpPr>
        <p:spPr>
          <a:xfrm>
            <a:off x="6382512" y="502920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41" name="Text 39"/>
          <p:cNvSpPr/>
          <p:nvPr/>
        </p:nvSpPr>
        <p:spPr>
          <a:xfrm>
            <a:off x="6382512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03720" y="48920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01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quietly add up — Netflix, Spotify, gym, cloud storage — until a bank statement reveals the real monthly cost.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02152" cy="2377440"/>
          </a:xfrm>
          <a:prstGeom prst="roundRect">
            <a:avLst>
              <a:gd name="adj" fmla="val 3846"/>
            </a:avLst>
          </a:prstGeom>
          <a:solidFill>
            <a:srgbClr val="EAF0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2953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subscription: name, category, cost, billing cycle, renewal date.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25112" y="2331720"/>
            <a:ext cx="3502152" cy="2377440"/>
          </a:xfrm>
          <a:prstGeom prst="roundRect">
            <a:avLst>
              <a:gd name="adj" fmla="val 3846"/>
            </a:avLst>
          </a:prstGeom>
          <a:solidFill>
            <a:srgbClr val="EAF0FB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2606040"/>
            <a:ext cx="548640" cy="54864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9432" y="329184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99432" y="3703320"/>
            <a:ext cx="2953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how often a subscription is used against what it costs.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01584" y="2331720"/>
            <a:ext cx="3502152" cy="2377440"/>
          </a:xfrm>
          <a:prstGeom prst="roundRect">
            <a:avLst>
              <a:gd name="adj" fmla="val 3846"/>
            </a:avLst>
          </a:prstGeom>
          <a:solidFill>
            <a:srgbClr val="EAF0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375904" y="2606040"/>
            <a:ext cx="548640" cy="54864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75904" y="329184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75904" y="3703320"/>
            <a:ext cx="2953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plain keep / downgrade / cancel suggestion for each one.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turn raw subscription data into one clear action the user can take.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01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USER INTERACTS WITH THE SYSTEM</a:t>
            </a:r>
            <a:endParaRPr lang="en-US" sz="1200" dirty="0"/>
          </a:p>
        </p:txBody>
      </p:sp>
      <p:pic>
        <p:nvPicPr>
          <p:cNvPr id="4" name="Image 0" descr="assets/problem_do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44" y="1956816"/>
            <a:ext cx="7040880" cy="33467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371600"/>
            <a:ext cx="3840480" cy="4617720"/>
          </a:xfrm>
          <a:prstGeom prst="roundRect">
            <a:avLst>
              <a:gd name="adj" fmla="val 2381"/>
            </a:avLst>
          </a:prstGeom>
          <a:solidFill>
            <a:srgbClr val="EAF0FB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5361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 Cases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01168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edit / remove a subscription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92440" y="2670048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dashboard &amp; spend by category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92440" y="3328416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usage of a subscription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92440" y="398678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renewal &amp; payment reminders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92440" y="4645152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keep / downgrade / cancel recommendation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92440" y="530352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connect bank/email (auto-detect charges)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01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02152" cy="4389120"/>
          </a:xfrm>
          <a:prstGeom prst="roundRect">
            <a:avLst>
              <a:gd name="adj" fmla="val 2611"/>
            </a:avLst>
          </a:prstGeom>
          <a:solidFill>
            <a:srgbClr val="EAF0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3502152" cy="109728"/>
          </a:xfrm>
          <a:prstGeom prst="rect">
            <a:avLst/>
          </a:prstGeom>
          <a:solidFill>
            <a:srgbClr val="2E5EA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2953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Majeed Mohammed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95351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a user, I want to register a new subscription with its cost and renewal date, so nothing signs me up without my knowledge.”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25112" y="1508760"/>
            <a:ext cx="3502152" cy="4389120"/>
          </a:xfrm>
          <a:prstGeom prst="roundRect">
            <a:avLst>
              <a:gd name="adj" fmla="val 2611"/>
            </a:avLst>
          </a:prstGeom>
          <a:solidFill>
            <a:srgbClr val="EAF0FB"/>
          </a:solidFill>
          <a:ln/>
        </p:spPr>
      </p:sp>
      <p:sp>
        <p:nvSpPr>
          <p:cNvPr id="9" name="Shape 7"/>
          <p:cNvSpPr/>
          <p:nvPr/>
        </p:nvSpPr>
        <p:spPr>
          <a:xfrm>
            <a:off x="4325112" y="1508760"/>
            <a:ext cx="3502152" cy="109728"/>
          </a:xfrm>
          <a:prstGeom prst="rect">
            <a:avLst/>
          </a:prstGeom>
          <a:solidFill>
            <a:srgbClr val="2F9E5B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828800"/>
            <a:ext cx="2953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Jaskaran Singh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2514600"/>
            <a:ext cx="295351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a user, I want to log each time I use a subscription, so the system can judge real usage instead of guessing.”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01584" y="1508760"/>
            <a:ext cx="3502152" cy="4389120"/>
          </a:xfrm>
          <a:prstGeom prst="roundRect">
            <a:avLst>
              <a:gd name="adj" fmla="val 2611"/>
            </a:avLst>
          </a:prstGeom>
          <a:solidFill>
            <a:srgbClr val="EAF0FB"/>
          </a:solidFill>
          <a:ln/>
        </p:spPr>
      </p:sp>
      <p:sp>
        <p:nvSpPr>
          <p:cNvPr id="13" name="Shape 11"/>
          <p:cNvSpPr/>
          <p:nvPr/>
        </p:nvSpPr>
        <p:spPr>
          <a:xfrm>
            <a:off x="8101584" y="1508760"/>
            <a:ext cx="3502152" cy="109728"/>
          </a:xfrm>
          <a:prstGeom prst="rect">
            <a:avLst/>
          </a:prstGeom>
          <a:solidFill>
            <a:srgbClr val="C77F1A"/>
          </a:solidFill>
          <a:ln/>
        </p:spPr>
      </p:sp>
      <p:sp>
        <p:nvSpPr>
          <p:cNvPr id="14" name="Text 12"/>
          <p:cNvSpPr/>
          <p:nvPr/>
        </p:nvSpPr>
        <p:spPr>
          <a:xfrm>
            <a:off x="8375904" y="1828800"/>
            <a:ext cx="2953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Priyom Roy Sammo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75904" y="2514600"/>
            <a:ext cx="295351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a user, I want a keep / downgrade / cancel recommendation, so I can act on subscriptions that aren't worth their price.”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01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0100" y="1965960"/>
            <a:ext cx="0" cy="667512"/>
          </a:xfrm>
          <a:prstGeom prst="line">
            <a:avLst/>
          </a:prstGeom>
          <a:noFill/>
          <a:ln w="19050">
            <a:solidFill>
              <a:srgbClr val="C7D3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28016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proposal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80160" y="17922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a 3-entity design (User, Subscription, Payment) covering the core idea.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502920" cy="50292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0100" y="3136392"/>
            <a:ext cx="0" cy="667512"/>
          </a:xfrm>
          <a:prstGeom prst="line">
            <a:avLst/>
          </a:prstGeom>
          <a:noFill/>
          <a:ln w="19050">
            <a:solidFill>
              <a:srgbClr val="C7D3E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280160" y="25877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against use cases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80160" y="2962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through “log usage” and “receive a recommendation” showed they needed their own records.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502920" cy="50292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03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0100" y="4306824"/>
            <a:ext cx="0" cy="667512"/>
          </a:xfrm>
          <a:prstGeom prst="line">
            <a:avLst/>
          </a:prstGeom>
          <a:noFill/>
          <a:ln w="19050">
            <a:solidFill>
              <a:srgbClr val="C7D3E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280160" y="37581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the design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80160" y="413308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out Usage_Log and Recommendation as their own entities — growing the ERD from 3 to 5 entities.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974336"/>
            <a:ext cx="502920" cy="50292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974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92861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review as a group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80160" y="53035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sections by strength, then reviewed and compiled each other's work into one report.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01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CONNECTED ENTITIES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732520" y="1490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732520" y="35204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483F0825-A307-8BBF-C3C5-B17CA5DE0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320" y="1261428"/>
            <a:ext cx="9983754" cy="55732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01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950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 (PK)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Account: name, email, notification preference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subscription_id (PK), user_id (FK)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category, provider, cost, cycle, renewal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payment_id (PK), subscription_id (FK)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actually charged, and the date it was 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Usage_Log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usage_id (PK), subscription_id (FK)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each time a subscription is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recommendation_id (PK), subscription_id (FK)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/ downgrade / cancel + accepted or dismissed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field-level detail (data types, constraints, examples) is in the written report.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Usage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01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COLLABORATION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949440" cy="868680"/>
          </a:xfrm>
          <a:prstGeom prst="roundRect">
            <a:avLst>
              <a:gd name="adj" fmla="val 10526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721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72821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github.com/Majeed-1771/Studio-01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569464"/>
            <a:ext cx="128016" cy="128016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04872"/>
            <a:ext cx="6629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repo held the schema (Subscribtion_tracker.sql), proposal, and report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55264"/>
            <a:ext cx="128016" cy="128016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90672"/>
            <a:ext cx="6629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the CREATE TABLE statements and seed data for all five entities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941064"/>
            <a:ext cx="128016" cy="128016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76472"/>
            <a:ext cx="6629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multi-table join query as the single source of truth for the dashboard view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626864"/>
            <a:ext cx="128016" cy="128016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62272"/>
            <a:ext cx="6629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proposal and report versioned alongside the schema so all three stayed in sync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818120" y="1371600"/>
            <a:ext cx="3794760" cy="4754880"/>
          </a:xfrm>
          <a:prstGeom prst="roundRect">
            <a:avLst>
              <a:gd name="adj" fmla="val 2410"/>
            </a:avLst>
          </a:prstGeom>
          <a:solidFill>
            <a:srgbClr val="EAF0FB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53619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 ·  3</a:t>
            </a:r>
            <a:endParaRPr lang="en-US" sz="1500" dirty="0"/>
          </a:p>
        </p:txBody>
      </p:sp>
      <p:pic>
        <p:nvPicPr>
          <p:cNvPr id="17" name="Image 0" descr="assets/contributor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011680"/>
            <a:ext cx="3246120" cy="143612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092440" y="4005072"/>
            <a:ext cx="347472" cy="347472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9" name="Text 16"/>
          <p:cNvSpPr/>
          <p:nvPr/>
        </p:nvSpPr>
        <p:spPr>
          <a:xfrm>
            <a:off x="8092440" y="4005072"/>
            <a:ext cx="3474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531352" y="390448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priyomroy18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531352" y="4197096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Priyom Roy Sammo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4663440"/>
            <a:ext cx="347472" cy="347472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3" name="Text 20"/>
          <p:cNvSpPr/>
          <p:nvPr/>
        </p:nvSpPr>
        <p:spPr>
          <a:xfrm>
            <a:off x="8092440" y="4663440"/>
            <a:ext cx="3474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31352" y="4562856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Majeed-1771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531352" y="4855464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Majeed Mohammed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092440" y="5321808"/>
            <a:ext cx="347472" cy="347472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7" name="Text 24"/>
          <p:cNvSpPr/>
          <p:nvPr/>
        </p:nvSpPr>
        <p:spPr>
          <a:xfrm>
            <a:off x="8092440" y="5321808"/>
            <a:ext cx="3474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531352" y="5221224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jaskaran12-4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531352" y="551383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Jaskaran Singh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201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 WE HAD TO MAKE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EAF0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count vs. scope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Usage_Log and Recommendation out from Subscription made the ERD grow from 3 to 5 entities.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vs. simplicity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billing_cycle kept as plain TEXT rather than full lookup tables, to stay manageable for this stage.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23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SQLite's loose typing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date type — dates stored as TEXT, so formatting has to be validated by the application, not the database.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EAF0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023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the build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5720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optional bank/email auto-detect feature was cut from the schema — it depends on an external integration, not stored data.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five-entity design carried through from proposal to a working SQLite schema.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203704"/>
            <a:ext cx="128016" cy="128016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3911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linked entities: User, Subscription, Payment, Usage_Log, Recommendation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89504"/>
            <a:ext cx="128016" cy="128016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2491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with sample data for 3 users and 11 related rows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575304"/>
            <a:ext cx="128016" cy="128016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41071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multi-table join pulls subscriptions, payments, usage, and recommendations into a single view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261104"/>
            <a:ext cx="128016" cy="128016"/>
          </a:xfrm>
          <a:prstGeom prst="ellipse">
            <a:avLst/>
          </a:prstGeom>
          <a:solidFill>
            <a:srgbClr val="2F9E5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9651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join is the foundation for the dashboard, spend totals, and renewal reminders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3294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raw subscription data turned into one clear action — keep, downgrade, or cancel.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2E5EA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120640" cy="5120640"/>
          </a:xfrm>
          <a:prstGeom prst="ellipse">
            <a:avLst/>
          </a:prstGeom>
          <a:solidFill>
            <a:srgbClr val="2E5EA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4206240" cy="0"/>
          </a:xfrm>
          <a:prstGeom prst="line">
            <a:avLst/>
          </a:prstGeom>
          <a:noFill/>
          <a:ln w="25400">
            <a:solidFill>
              <a:srgbClr val="2E5E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Majeed Mohammed   ·   Jaskaran Singh   ·   Priyom Roy Sammo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871</Words>
  <Application>Microsoft Office PowerPoint</Application>
  <PresentationFormat>Widescreen</PresentationFormat>
  <Paragraphs>158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Priyom Roy Sammo (1000141638)</cp:lastModifiedBy>
  <cp:revision>6</cp:revision>
  <dcterms:created xsi:type="dcterms:W3CDTF">2026-08-26T10:17:28Z</dcterms:created>
  <dcterms:modified xsi:type="dcterms:W3CDTF">2026-08-30T21:58:58Z</dcterms:modified>
</cp:coreProperties>
</file>